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Liter" charset="-122" pitchFamily="34"/>
      <p:regular r:id="rId17"/>
    </p:embeddedFont>
    <p:embeddedFont>
      <p:font typeface="Hedvig Letters 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mi5zv5hzzhne/mnt/agents/output/stockvision/images/poster.jpg">    </p:cNvPr>
          <p:cNvPicPr>
            <a:picLocks noChangeAspect="1"/>
          </p:cNvPicPr>
          <p:nvPr/>
        </p:nvPicPr>
        <p:blipFill>
          <a:blip r:embed="rId1"/>
          <a:srcRect l="0" r="0" t="12109" b="1210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70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F">
                  <a:alpha val="94000"/>
                </a:srgbClr>
              </a:gs>
              <a:gs pos="45000">
                <a:srgbClr val="0A0A0F">
                  <a:alpha val="75000"/>
                </a:srgbClr>
              </a:gs>
              <a:gs pos="70000">
                <a:srgbClr val="0A0A0F">
                  <a:alpha val="50000"/>
                </a:srgbClr>
              </a:gs>
              <a:gs pos="100000">
                <a:srgbClr val="0A0A0F">
                  <a:alpha val="25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889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0" b="1" spc="4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STOCKVISION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62000" y="1852926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MONEY TRADING ANALYZER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2476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400" kern="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STOCKS • FOREX • CRYPTO • INDICES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2957339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"Decode Institutional Moves, Trade Smarter"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62000" y="3762796"/>
            <a:ext cx="2540000" cy="12700"/>
          </a:xfrm>
          <a:prstGeom prst="rect">
            <a:avLst/>
          </a:prstGeom>
          <a:solidFill>
            <a:srgbClr val="56FFF2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3922801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PYTHONEERS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4202201"/>
            <a:ext cx="6245103" cy="155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• Mahie Jain: Lead Developer, UI/UX Designer &amp; Workflow Engineer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• Rupsagar Kar: SMC Analyst &amp; System Designer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• Ishaan Garud: Co-Developer &amp; Core System Engineer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• Stella Ghodke: Research &amp;Documentation Specialist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7130732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i="1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 Bosco Institute of Technology, DBIT Mumbai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0" y="8890000"/>
            <a:ext cx="16256000" cy="254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1397000" y="1968500"/>
            <a:ext cx="635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Retail traders rely on 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lagging indicators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15821" y="16034"/>
                </a:moveTo>
                <a:cubicBezTo>
                  <a:pt x="208042" y="11589"/>
                  <a:pt x="198437" y="11589"/>
                  <a:pt x="190579" y="16034"/>
                </a:cubicBezTo>
                <a:lnTo>
                  <a:pt x="12779" y="117634"/>
                </a:lnTo>
                <a:cubicBezTo>
                  <a:pt x="2778" y="123349"/>
                  <a:pt x="-2143" y="135096"/>
                  <a:pt x="794" y="146209"/>
                </a:cubicBezTo>
                <a:cubicBezTo>
                  <a:pt x="3731" y="157321"/>
                  <a:pt x="13891" y="165100"/>
                  <a:pt x="25400" y="165100"/>
                </a:cubicBezTo>
                <a:lnTo>
                  <a:pt x="50800" y="165100"/>
                </a:lnTo>
                <a:lnTo>
                  <a:pt x="50800" y="330200"/>
                </a:lnTo>
                <a:lnTo>
                  <a:pt x="50800" y="330200"/>
                </a:lnTo>
                <a:lnTo>
                  <a:pt x="10160" y="360680"/>
                </a:lnTo>
                <a:cubicBezTo>
                  <a:pt x="3731" y="365442"/>
                  <a:pt x="0" y="372983"/>
                  <a:pt x="0" y="381000"/>
                </a:cubicBezTo>
                <a:cubicBezTo>
                  <a:pt x="0" y="395049"/>
                  <a:pt x="11351" y="406400"/>
                  <a:pt x="25400" y="406400"/>
                </a:cubicBezTo>
                <a:lnTo>
                  <a:pt x="381000" y="406400"/>
                </a:lnTo>
                <a:cubicBezTo>
                  <a:pt x="395049" y="406400"/>
                  <a:pt x="406400" y="395049"/>
                  <a:pt x="406400" y="381000"/>
                </a:cubicBezTo>
                <a:cubicBezTo>
                  <a:pt x="406400" y="372983"/>
                  <a:pt x="402669" y="365442"/>
                  <a:pt x="396240" y="360680"/>
                </a:cubicBezTo>
                <a:lnTo>
                  <a:pt x="355600" y="330200"/>
                </a:lnTo>
                <a:lnTo>
                  <a:pt x="355600" y="165100"/>
                </a:lnTo>
                <a:lnTo>
                  <a:pt x="381000" y="165100"/>
                </a:lnTo>
                <a:cubicBezTo>
                  <a:pt x="392509" y="165100"/>
                  <a:pt x="402590" y="157321"/>
                  <a:pt x="405527" y="146209"/>
                </a:cubicBezTo>
                <a:cubicBezTo>
                  <a:pt x="408464" y="135096"/>
                  <a:pt x="403543" y="123349"/>
                  <a:pt x="393541" y="117634"/>
                </a:cubicBezTo>
                <a:lnTo>
                  <a:pt x="215741" y="16034"/>
                </a:lnTo>
                <a:close/>
                <a:moveTo>
                  <a:pt x="317500" y="165100"/>
                </a:moveTo>
                <a:lnTo>
                  <a:pt x="317500" y="330200"/>
                </a:lnTo>
                <a:lnTo>
                  <a:pt x="266700" y="330200"/>
                </a:lnTo>
                <a:lnTo>
                  <a:pt x="266700" y="165100"/>
                </a:lnTo>
                <a:lnTo>
                  <a:pt x="317500" y="165100"/>
                </a:lnTo>
                <a:close/>
                <a:moveTo>
                  <a:pt x="228600" y="165100"/>
                </a:moveTo>
                <a:lnTo>
                  <a:pt x="228600" y="330200"/>
                </a:lnTo>
                <a:lnTo>
                  <a:pt x="177800" y="330200"/>
                </a:lnTo>
                <a:lnTo>
                  <a:pt x="177800" y="165100"/>
                </a:lnTo>
                <a:lnTo>
                  <a:pt x="228600" y="165100"/>
                </a:lnTo>
                <a:close/>
                <a:moveTo>
                  <a:pt x="139700" y="165100"/>
                </a:moveTo>
                <a:lnTo>
                  <a:pt x="139700" y="330200"/>
                </a:lnTo>
                <a:lnTo>
                  <a:pt x="88900" y="330200"/>
                </a:lnTo>
                <a:lnTo>
                  <a:pt x="88900" y="165100"/>
                </a:lnTo>
                <a:lnTo>
                  <a:pt x="139700" y="165100"/>
                </a:lnTo>
                <a:close/>
                <a:moveTo>
                  <a:pt x="203200" y="76200"/>
                </a:moveTo>
                <a:cubicBezTo>
                  <a:pt x="217219" y="76200"/>
                  <a:pt x="228600" y="87581"/>
                  <a:pt x="228600" y="101600"/>
                </a:cubicBezTo>
                <a:cubicBezTo>
                  <a:pt x="228600" y="115619"/>
                  <a:pt x="217219" y="127000"/>
                  <a:pt x="203200" y="127000"/>
                </a:cubicBezTo>
                <a:cubicBezTo>
                  <a:pt x="189181" y="127000"/>
                  <a:pt x="177800" y="115619"/>
                  <a:pt x="177800" y="101600"/>
                </a:cubicBezTo>
                <a:cubicBezTo>
                  <a:pt x="177800" y="87581"/>
                  <a:pt x="189181" y="76200"/>
                  <a:pt x="203200" y="7620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1397000" y="2984500"/>
            <a:ext cx="635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understanding of 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 behavior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406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1397000" y="4000500"/>
            <a:ext cx="635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Emotional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unstructured decision-making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62000" y="5588000"/>
            <a:ext cx="14732000" cy="1270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6096000"/>
            <a:ext cx="147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i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"Retail sees candles. Smart money sees liquidity."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7048500"/>
            <a:ext cx="2540000" cy="254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3" name="Text 11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8890000"/>
            <a:ext cx="16256000" cy="254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StockVision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Smart Money Analysis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794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Interpreting institutional activity instead of predicting price. Multi-market support across stocks, forex, crypto, and indices.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4191000"/>
            <a:ext cx="4572000" cy="1270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0925" y="4508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4381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 moves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4191000"/>
            <a:ext cx="4572000" cy="1270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30925" y="4508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57557" y="214313"/>
                </a:moveTo>
                <a:lnTo>
                  <a:pt x="300395" y="214313"/>
                </a:lnTo>
                <a:cubicBezTo>
                  <a:pt x="284589" y="214313"/>
                  <a:pt x="271820" y="201543"/>
                  <a:pt x="271820" y="185738"/>
                </a:cubicBezTo>
                <a:lnTo>
                  <a:pt x="271820" y="28575"/>
                </a:lnTo>
                <a:cubicBezTo>
                  <a:pt x="271820" y="12769"/>
                  <a:pt x="284678" y="-179"/>
                  <a:pt x="300305" y="1875"/>
                </a:cubicBezTo>
                <a:cubicBezTo>
                  <a:pt x="395853" y="14555"/>
                  <a:pt x="471577" y="90279"/>
                  <a:pt x="484257" y="185827"/>
                </a:cubicBezTo>
                <a:cubicBezTo>
                  <a:pt x="486311" y="201454"/>
                  <a:pt x="473363" y="214313"/>
                  <a:pt x="457557" y="214313"/>
                </a:cubicBezTo>
                <a:close/>
                <a:moveTo>
                  <a:pt x="198775" y="33218"/>
                </a:moveTo>
                <a:cubicBezTo>
                  <a:pt x="214938" y="29825"/>
                  <a:pt x="228957" y="43041"/>
                  <a:pt x="228957" y="59561"/>
                </a:cubicBezTo>
                <a:lnTo>
                  <a:pt x="228957" y="235744"/>
                </a:lnTo>
                <a:cubicBezTo>
                  <a:pt x="228957" y="240744"/>
                  <a:pt x="230743" y="245566"/>
                  <a:pt x="233869" y="249406"/>
                </a:cubicBezTo>
                <a:lnTo>
                  <a:pt x="351830" y="391745"/>
                </a:lnTo>
                <a:cubicBezTo>
                  <a:pt x="362277" y="404336"/>
                  <a:pt x="360045" y="423356"/>
                  <a:pt x="345668" y="431125"/>
                </a:cubicBezTo>
                <a:cubicBezTo>
                  <a:pt x="315218" y="447735"/>
                  <a:pt x="280303" y="457200"/>
                  <a:pt x="243245" y="457200"/>
                </a:cubicBezTo>
                <a:cubicBezTo>
                  <a:pt x="124926" y="457200"/>
                  <a:pt x="28932" y="361206"/>
                  <a:pt x="28932" y="242888"/>
                </a:cubicBezTo>
                <a:cubicBezTo>
                  <a:pt x="28932" y="139750"/>
                  <a:pt x="101709" y="53667"/>
                  <a:pt x="198775" y="33218"/>
                </a:cubicBezTo>
                <a:close/>
                <a:moveTo>
                  <a:pt x="426660" y="257175"/>
                </a:moveTo>
                <a:lnTo>
                  <a:pt x="483810" y="257175"/>
                </a:lnTo>
                <a:cubicBezTo>
                  <a:pt x="500330" y="257175"/>
                  <a:pt x="513546" y="271195"/>
                  <a:pt x="510153" y="287357"/>
                </a:cubicBezTo>
                <a:cubicBezTo>
                  <a:pt x="501045" y="330577"/>
                  <a:pt x="478899" y="368975"/>
                  <a:pt x="448002" y="398264"/>
                </a:cubicBezTo>
                <a:cubicBezTo>
                  <a:pt x="437019" y="408712"/>
                  <a:pt x="419785" y="406479"/>
                  <a:pt x="410141" y="394781"/>
                </a:cubicBezTo>
                <a:lnTo>
                  <a:pt x="334774" y="303967"/>
                </a:lnTo>
                <a:cubicBezTo>
                  <a:pt x="319326" y="285304"/>
                  <a:pt x="332631" y="257175"/>
                  <a:pt x="356741" y="257175"/>
                </a:cubicBezTo>
                <a:lnTo>
                  <a:pt x="426571" y="257175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6794500" y="4381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Multi-Market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stocks, forex, crypto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22000" y="4191000"/>
            <a:ext cx="4572000" cy="1270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68075" y="4508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74500" y="4381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SMC processing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6223000"/>
            <a:ext cx="14732000" cy="1270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6731000"/>
            <a:ext cx="147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i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"We don't predict. We interpret smart money."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7683500"/>
            <a:ext cx="2540000" cy="254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8" name="Text 16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8890000"/>
            <a:ext cx="16256000" cy="254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SMC ENGINE — CORE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4318000" cy="1397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8375" y="20066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85750" y="23812"/>
                </a:moveTo>
                <a:lnTo>
                  <a:pt x="381000" y="23812"/>
                </a:lnTo>
                <a:cubicBezTo>
                  <a:pt x="394171" y="23812"/>
                  <a:pt x="404813" y="34454"/>
                  <a:pt x="404813" y="47625"/>
                </a:cubicBezTo>
                <a:cubicBezTo>
                  <a:pt x="404813" y="60796"/>
                  <a:pt x="394171" y="71438"/>
                  <a:pt x="381000" y="71438"/>
                </a:cubicBezTo>
                <a:lnTo>
                  <a:pt x="296466" y="71438"/>
                </a:lnTo>
                <a:cubicBezTo>
                  <a:pt x="292596" y="90636"/>
                  <a:pt x="279425" y="106487"/>
                  <a:pt x="261938" y="114077"/>
                </a:cubicBezTo>
                <a:lnTo>
                  <a:pt x="261938" y="333375"/>
                </a:lnTo>
                <a:lnTo>
                  <a:pt x="381000" y="333375"/>
                </a:lnTo>
                <a:cubicBezTo>
                  <a:pt x="394171" y="333375"/>
                  <a:pt x="404813" y="344016"/>
                  <a:pt x="404813" y="357188"/>
                </a:cubicBezTo>
                <a:cubicBezTo>
                  <a:pt x="404813" y="370359"/>
                  <a:pt x="394171" y="381000"/>
                  <a:pt x="381000" y="381000"/>
                </a:cubicBezTo>
                <a:lnTo>
                  <a:pt x="95250" y="381000"/>
                </a:lnTo>
                <a:cubicBezTo>
                  <a:pt x="82079" y="381000"/>
                  <a:pt x="71438" y="370359"/>
                  <a:pt x="71438" y="357188"/>
                </a:cubicBezTo>
                <a:cubicBezTo>
                  <a:pt x="71438" y="344016"/>
                  <a:pt x="82079" y="333375"/>
                  <a:pt x="95250" y="333375"/>
                </a:cubicBezTo>
                <a:lnTo>
                  <a:pt x="214313" y="333375"/>
                </a:lnTo>
                <a:lnTo>
                  <a:pt x="214313" y="114077"/>
                </a:lnTo>
                <a:cubicBezTo>
                  <a:pt x="196825" y="106412"/>
                  <a:pt x="183654" y="90562"/>
                  <a:pt x="179784" y="71438"/>
                </a:cubicBezTo>
                <a:lnTo>
                  <a:pt x="95250" y="71438"/>
                </a:lnTo>
                <a:cubicBezTo>
                  <a:pt x="82079" y="71438"/>
                  <a:pt x="71438" y="60796"/>
                  <a:pt x="71438" y="47625"/>
                </a:cubicBezTo>
                <a:cubicBezTo>
                  <a:pt x="71438" y="34454"/>
                  <a:pt x="82079" y="23812"/>
                  <a:pt x="95250" y="23812"/>
                </a:cubicBezTo>
                <a:lnTo>
                  <a:pt x="190500" y="23812"/>
                </a:lnTo>
                <a:cubicBezTo>
                  <a:pt x="201364" y="9376"/>
                  <a:pt x="218629" y="0"/>
                  <a:pt x="238125" y="0"/>
                </a:cubicBezTo>
                <a:cubicBezTo>
                  <a:pt x="257621" y="0"/>
                  <a:pt x="274886" y="9376"/>
                  <a:pt x="285750" y="23812"/>
                </a:cubicBezTo>
                <a:close/>
                <a:moveTo>
                  <a:pt x="327124" y="238125"/>
                </a:moveTo>
                <a:lnTo>
                  <a:pt x="434876" y="238125"/>
                </a:lnTo>
                <a:lnTo>
                  <a:pt x="381000" y="145703"/>
                </a:lnTo>
                <a:lnTo>
                  <a:pt x="327124" y="238125"/>
                </a:lnTo>
                <a:close/>
                <a:moveTo>
                  <a:pt x="381000" y="309563"/>
                </a:moveTo>
                <a:cubicBezTo>
                  <a:pt x="334194" y="309563"/>
                  <a:pt x="295275" y="284262"/>
                  <a:pt x="287238" y="250850"/>
                </a:cubicBezTo>
                <a:cubicBezTo>
                  <a:pt x="285304" y="242664"/>
                  <a:pt x="287982" y="234255"/>
                  <a:pt x="292224" y="226963"/>
                </a:cubicBezTo>
                <a:lnTo>
                  <a:pt x="363066" y="105519"/>
                </a:lnTo>
                <a:cubicBezTo>
                  <a:pt x="366787" y="99120"/>
                  <a:pt x="373633" y="95250"/>
                  <a:pt x="381000" y="95250"/>
                </a:cubicBezTo>
                <a:cubicBezTo>
                  <a:pt x="388367" y="95250"/>
                  <a:pt x="395213" y="99194"/>
                  <a:pt x="398934" y="105519"/>
                </a:cubicBezTo>
                <a:lnTo>
                  <a:pt x="469776" y="226963"/>
                </a:lnTo>
                <a:cubicBezTo>
                  <a:pt x="474018" y="234255"/>
                  <a:pt x="476696" y="242664"/>
                  <a:pt x="474762" y="250850"/>
                </a:cubicBezTo>
                <a:cubicBezTo>
                  <a:pt x="466725" y="284187"/>
                  <a:pt x="427806" y="309563"/>
                  <a:pt x="381000" y="309563"/>
                </a:cubicBezTo>
                <a:close/>
                <a:moveTo>
                  <a:pt x="94357" y="145703"/>
                </a:moveTo>
                <a:lnTo>
                  <a:pt x="40481" y="238125"/>
                </a:lnTo>
                <a:lnTo>
                  <a:pt x="148307" y="238125"/>
                </a:lnTo>
                <a:lnTo>
                  <a:pt x="94357" y="145703"/>
                </a:lnTo>
                <a:close/>
                <a:moveTo>
                  <a:pt x="670" y="250850"/>
                </a:moveTo>
                <a:cubicBezTo>
                  <a:pt x="-1265" y="242664"/>
                  <a:pt x="1414" y="234255"/>
                  <a:pt x="5655" y="226963"/>
                </a:cubicBezTo>
                <a:lnTo>
                  <a:pt x="76498" y="105519"/>
                </a:lnTo>
                <a:cubicBezTo>
                  <a:pt x="80218" y="99120"/>
                  <a:pt x="87064" y="95250"/>
                  <a:pt x="94431" y="95250"/>
                </a:cubicBezTo>
                <a:cubicBezTo>
                  <a:pt x="101798" y="95250"/>
                  <a:pt x="108645" y="99194"/>
                  <a:pt x="112365" y="105519"/>
                </a:cubicBezTo>
                <a:lnTo>
                  <a:pt x="183207" y="226963"/>
                </a:lnTo>
                <a:cubicBezTo>
                  <a:pt x="187449" y="234255"/>
                  <a:pt x="190128" y="242664"/>
                  <a:pt x="188193" y="250850"/>
                </a:cubicBezTo>
                <a:cubicBezTo>
                  <a:pt x="180156" y="284187"/>
                  <a:pt x="141238" y="309563"/>
                  <a:pt x="94431" y="309563"/>
                </a:cubicBezTo>
                <a:cubicBezTo>
                  <a:pt x="47625" y="309563"/>
                  <a:pt x="8706" y="284262"/>
                  <a:pt x="670" y="25085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549400" y="19685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438400"/>
            <a:ext cx="381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Imbalance of Power — candle strength analysis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29000"/>
            <a:ext cx="4318000" cy="1397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3657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3013" y="3870"/>
                </a:moveTo>
                <a:cubicBezTo>
                  <a:pt x="184100" y="-1265"/>
                  <a:pt x="196900" y="-1265"/>
                  <a:pt x="207987" y="3870"/>
                </a:cubicBezTo>
                <a:lnTo>
                  <a:pt x="370656" y="79028"/>
                </a:lnTo>
                <a:cubicBezTo>
                  <a:pt x="376982" y="81930"/>
                  <a:pt x="381000" y="88255"/>
                  <a:pt x="381000" y="95250"/>
                </a:cubicBezTo>
                <a:cubicBezTo>
                  <a:pt x="381000" y="102245"/>
                  <a:pt x="376982" y="108570"/>
                  <a:pt x="370656" y="111472"/>
                </a:cubicBezTo>
                <a:lnTo>
                  <a:pt x="207987" y="186630"/>
                </a:lnTo>
                <a:cubicBezTo>
                  <a:pt x="196900" y="191765"/>
                  <a:pt x="184100" y="191765"/>
                  <a:pt x="173013" y="186630"/>
                </a:cubicBezTo>
                <a:lnTo>
                  <a:pt x="10344" y="111472"/>
                </a:lnTo>
                <a:cubicBezTo>
                  <a:pt x="4018" y="108496"/>
                  <a:pt x="0" y="102171"/>
                  <a:pt x="0" y="95250"/>
                </a:cubicBezTo>
                <a:cubicBezTo>
                  <a:pt x="0" y="88329"/>
                  <a:pt x="4018" y="81930"/>
                  <a:pt x="10344" y="79028"/>
                </a:cubicBezTo>
                <a:lnTo>
                  <a:pt x="173013" y="3870"/>
                </a:lnTo>
                <a:close/>
                <a:moveTo>
                  <a:pt x="35793" y="162520"/>
                </a:moveTo>
                <a:lnTo>
                  <a:pt x="158055" y="219001"/>
                </a:lnTo>
                <a:cubicBezTo>
                  <a:pt x="178668" y="228526"/>
                  <a:pt x="202406" y="228526"/>
                  <a:pt x="223019" y="219001"/>
                </a:cubicBezTo>
                <a:lnTo>
                  <a:pt x="345281" y="162520"/>
                </a:lnTo>
                <a:lnTo>
                  <a:pt x="370656" y="174278"/>
                </a:lnTo>
                <a:cubicBezTo>
                  <a:pt x="376982" y="177180"/>
                  <a:pt x="381000" y="183505"/>
                  <a:pt x="381000" y="190500"/>
                </a:cubicBezTo>
                <a:cubicBezTo>
                  <a:pt x="381000" y="197495"/>
                  <a:pt x="376982" y="203820"/>
                  <a:pt x="370656" y="206722"/>
                </a:cubicBezTo>
                <a:lnTo>
                  <a:pt x="207987" y="281880"/>
                </a:lnTo>
                <a:cubicBezTo>
                  <a:pt x="196900" y="287015"/>
                  <a:pt x="184100" y="287015"/>
                  <a:pt x="173013" y="281880"/>
                </a:cubicBezTo>
                <a:lnTo>
                  <a:pt x="10344" y="206722"/>
                </a:lnTo>
                <a:cubicBezTo>
                  <a:pt x="4018" y="203746"/>
                  <a:pt x="0" y="197421"/>
                  <a:pt x="0" y="190500"/>
                </a:cubicBezTo>
                <a:cubicBezTo>
                  <a:pt x="0" y="183579"/>
                  <a:pt x="4018" y="177180"/>
                  <a:pt x="10344" y="174278"/>
                </a:cubicBezTo>
                <a:lnTo>
                  <a:pt x="35719" y="162520"/>
                </a:lnTo>
                <a:close/>
                <a:moveTo>
                  <a:pt x="10344" y="269528"/>
                </a:moveTo>
                <a:lnTo>
                  <a:pt x="35719" y="257770"/>
                </a:lnTo>
                <a:lnTo>
                  <a:pt x="157981" y="314251"/>
                </a:lnTo>
                <a:cubicBezTo>
                  <a:pt x="178594" y="323776"/>
                  <a:pt x="202332" y="323776"/>
                  <a:pt x="222945" y="314251"/>
                </a:cubicBezTo>
                <a:lnTo>
                  <a:pt x="345207" y="257770"/>
                </a:lnTo>
                <a:lnTo>
                  <a:pt x="370582" y="269528"/>
                </a:lnTo>
                <a:cubicBezTo>
                  <a:pt x="376907" y="272430"/>
                  <a:pt x="380926" y="278755"/>
                  <a:pt x="380926" y="285750"/>
                </a:cubicBezTo>
                <a:cubicBezTo>
                  <a:pt x="380926" y="292745"/>
                  <a:pt x="376907" y="299070"/>
                  <a:pt x="370582" y="301972"/>
                </a:cubicBezTo>
                <a:lnTo>
                  <a:pt x="207913" y="377130"/>
                </a:lnTo>
                <a:cubicBezTo>
                  <a:pt x="196825" y="382265"/>
                  <a:pt x="184026" y="382265"/>
                  <a:pt x="172938" y="377130"/>
                </a:cubicBezTo>
                <a:lnTo>
                  <a:pt x="10344" y="301972"/>
                </a:lnTo>
                <a:cubicBezTo>
                  <a:pt x="4018" y="298996"/>
                  <a:pt x="0" y="292671"/>
                  <a:pt x="0" y="285750"/>
                </a:cubicBezTo>
                <a:cubicBezTo>
                  <a:pt x="0" y="278829"/>
                  <a:pt x="4018" y="272430"/>
                  <a:pt x="10344" y="269528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1549400" y="36195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SUPPLY &amp; DEMAND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089400"/>
            <a:ext cx="381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 footprint zones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080000"/>
            <a:ext cx="4318000" cy="1397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000" y="5308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/>
            </a:pathLst>
          </a:cu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549400" y="52705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FVG / BAG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740400"/>
            <a:ext cx="381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inefficiencies and gaps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731000"/>
            <a:ext cx="4318000" cy="1397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3625" y="69596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42875" y="381000"/>
                </a:moveTo>
                <a:cubicBezTo>
                  <a:pt x="63996" y="381000"/>
                  <a:pt x="0" y="317004"/>
                  <a:pt x="0" y="238125"/>
                </a:cubicBezTo>
                <a:cubicBezTo>
                  <a:pt x="0" y="170259"/>
                  <a:pt x="96887" y="34156"/>
                  <a:pt x="123974" y="-2604"/>
                </a:cubicBezTo>
                <a:cubicBezTo>
                  <a:pt x="128364" y="-8558"/>
                  <a:pt x="135285" y="-11906"/>
                  <a:pt x="142726" y="-11906"/>
                </a:cubicBezTo>
                <a:lnTo>
                  <a:pt x="143024" y="-11906"/>
                </a:lnTo>
                <a:cubicBezTo>
                  <a:pt x="150465" y="-11906"/>
                  <a:pt x="157386" y="-8558"/>
                  <a:pt x="161776" y="-2604"/>
                </a:cubicBezTo>
                <a:cubicBezTo>
                  <a:pt x="188863" y="34156"/>
                  <a:pt x="285750" y="170259"/>
                  <a:pt x="285750" y="238125"/>
                </a:cubicBezTo>
                <a:cubicBezTo>
                  <a:pt x="285750" y="317004"/>
                  <a:pt x="221754" y="381000"/>
                  <a:pt x="142875" y="381000"/>
                </a:cubicBezTo>
                <a:close/>
                <a:moveTo>
                  <a:pt x="83344" y="232172"/>
                </a:moveTo>
                <a:cubicBezTo>
                  <a:pt x="83344" y="222275"/>
                  <a:pt x="75381" y="214313"/>
                  <a:pt x="65484" y="214313"/>
                </a:cubicBezTo>
                <a:cubicBezTo>
                  <a:pt x="55587" y="214313"/>
                  <a:pt x="47625" y="222275"/>
                  <a:pt x="47625" y="232172"/>
                </a:cubicBezTo>
                <a:cubicBezTo>
                  <a:pt x="47625" y="288057"/>
                  <a:pt x="92943" y="333375"/>
                  <a:pt x="148828" y="333375"/>
                </a:cubicBezTo>
                <a:cubicBezTo>
                  <a:pt x="158725" y="333375"/>
                  <a:pt x="166688" y="325413"/>
                  <a:pt x="166688" y="315516"/>
                </a:cubicBezTo>
                <a:cubicBezTo>
                  <a:pt x="166688" y="305619"/>
                  <a:pt x="158725" y="297656"/>
                  <a:pt x="148828" y="297656"/>
                </a:cubicBezTo>
                <a:cubicBezTo>
                  <a:pt x="112663" y="297656"/>
                  <a:pt x="83344" y="268337"/>
                  <a:pt x="83344" y="232172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1549400" y="69215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LIQUIDITY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7391400"/>
            <a:ext cx="381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Stop hunts and sweeps detection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75300" y="1752600"/>
            <a:ext cx="9944100" cy="64008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9300" y="1879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SMC SUMMARY OUTPUT</a:t>
            </a:r>
            <a:endParaRPr lang="en-US" sz="1600" dirty="0"/>
          </a:p>
        </p:txBody>
      </p:sp>
      <p:pic>
        <p:nvPicPr>
          <p:cNvPr id="22" name="Image 0" descr="https://kimi-img.moonshot.cn/pub/slides/okc/2mi5zv5hzzhne/mnt/agents/output/stockvision/images/smc_summary.jpg">    </p:cNvPr>
          <p:cNvPicPr>
            <a:picLocks noChangeAspect="1"/>
          </p:cNvPicPr>
          <p:nvPr/>
        </p:nvPicPr>
        <p:blipFill>
          <a:blip r:embed="rId1"/>
          <a:srcRect l="-30346" r="-30346" t="0" b="0"/>
          <a:stretch/>
        </p:blipFill>
        <p:spPr>
          <a:xfrm>
            <a:off x="5702300" y="2197100"/>
            <a:ext cx="9690100" cy="58293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8890000"/>
            <a:ext cx="16256000" cy="254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4572000" cy="1016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4575" y="2095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92728" y="179040"/>
                </a:moveTo>
                <a:cubicBezTo>
                  <a:pt x="385852" y="151448"/>
                  <a:pt x="372814" y="130641"/>
                  <a:pt x="345043" y="130641"/>
                </a:cubicBezTo>
                <a:lnTo>
                  <a:pt x="309235" y="130641"/>
                </a:lnTo>
                <a:lnTo>
                  <a:pt x="309235" y="172968"/>
                </a:lnTo>
                <a:cubicBezTo>
                  <a:pt x="309235" y="205829"/>
                  <a:pt x="281374" y="233511"/>
                  <a:pt x="249585" y="233511"/>
                </a:cubicBezTo>
                <a:lnTo>
                  <a:pt x="154216" y="233511"/>
                </a:lnTo>
                <a:cubicBezTo>
                  <a:pt x="128141" y="233511"/>
                  <a:pt x="106531" y="255836"/>
                  <a:pt x="106531" y="282000"/>
                </a:cubicBezTo>
                <a:lnTo>
                  <a:pt x="106531" y="372904"/>
                </a:lnTo>
                <a:cubicBezTo>
                  <a:pt x="106531" y="398800"/>
                  <a:pt x="129034" y="413980"/>
                  <a:pt x="154216" y="421392"/>
                </a:cubicBezTo>
                <a:cubicBezTo>
                  <a:pt x="184398" y="430232"/>
                  <a:pt x="213420" y="431840"/>
                  <a:pt x="249585" y="421392"/>
                </a:cubicBezTo>
                <a:cubicBezTo>
                  <a:pt x="273606" y="414427"/>
                  <a:pt x="297269" y="400407"/>
                  <a:pt x="297269" y="372904"/>
                </a:cubicBezTo>
                <a:lnTo>
                  <a:pt x="297269" y="336560"/>
                </a:lnTo>
                <a:lnTo>
                  <a:pt x="201990" y="336560"/>
                </a:lnTo>
                <a:lnTo>
                  <a:pt x="201990" y="324416"/>
                </a:lnTo>
                <a:lnTo>
                  <a:pt x="345043" y="324416"/>
                </a:lnTo>
                <a:cubicBezTo>
                  <a:pt x="372814" y="324416"/>
                  <a:pt x="383084" y="305038"/>
                  <a:pt x="392728" y="276017"/>
                </a:cubicBezTo>
                <a:cubicBezTo>
                  <a:pt x="402729" y="246102"/>
                  <a:pt x="402282" y="217349"/>
                  <a:pt x="392728" y="179040"/>
                </a:cubicBezTo>
                <a:close/>
                <a:moveTo>
                  <a:pt x="255568" y="397103"/>
                </a:moveTo>
                <a:cubicBezTo>
                  <a:pt x="248771" y="397580"/>
                  <a:pt x="242277" y="394224"/>
                  <a:pt x="238734" y="388405"/>
                </a:cubicBezTo>
                <a:cubicBezTo>
                  <a:pt x="235191" y="382586"/>
                  <a:pt x="235191" y="375276"/>
                  <a:pt x="238734" y="369457"/>
                </a:cubicBezTo>
                <a:cubicBezTo>
                  <a:pt x="242277" y="363638"/>
                  <a:pt x="248771" y="360283"/>
                  <a:pt x="255568" y="360759"/>
                </a:cubicBezTo>
                <a:cubicBezTo>
                  <a:pt x="262364" y="360283"/>
                  <a:pt x="268858" y="363638"/>
                  <a:pt x="272401" y="369457"/>
                </a:cubicBezTo>
                <a:cubicBezTo>
                  <a:pt x="275945" y="375276"/>
                  <a:pt x="275945" y="382586"/>
                  <a:pt x="272401" y="388405"/>
                </a:cubicBezTo>
                <a:cubicBezTo>
                  <a:pt x="268858" y="394224"/>
                  <a:pt x="262364" y="397580"/>
                  <a:pt x="255568" y="397103"/>
                </a:cubicBezTo>
                <a:close/>
                <a:moveTo>
                  <a:pt x="149840" y="221546"/>
                </a:moveTo>
                <a:lnTo>
                  <a:pt x="245209" y="221546"/>
                </a:lnTo>
                <a:cubicBezTo>
                  <a:pt x="271730" y="221546"/>
                  <a:pt x="292894" y="199668"/>
                  <a:pt x="292894" y="173057"/>
                </a:cubicBezTo>
                <a:lnTo>
                  <a:pt x="292894" y="82064"/>
                </a:lnTo>
                <a:cubicBezTo>
                  <a:pt x="292894" y="56168"/>
                  <a:pt x="271105" y="36790"/>
                  <a:pt x="245209" y="32415"/>
                </a:cubicBezTo>
                <a:cubicBezTo>
                  <a:pt x="213241" y="27146"/>
                  <a:pt x="178504" y="27414"/>
                  <a:pt x="149840" y="32504"/>
                </a:cubicBezTo>
                <a:cubicBezTo>
                  <a:pt x="109478" y="39648"/>
                  <a:pt x="102156" y="54560"/>
                  <a:pt x="102156" y="82153"/>
                </a:cubicBezTo>
                <a:lnTo>
                  <a:pt x="102156" y="118497"/>
                </a:lnTo>
                <a:lnTo>
                  <a:pt x="197614" y="118497"/>
                </a:lnTo>
                <a:lnTo>
                  <a:pt x="197614" y="130641"/>
                </a:lnTo>
                <a:lnTo>
                  <a:pt x="66348" y="130641"/>
                </a:lnTo>
                <a:cubicBezTo>
                  <a:pt x="38576" y="130641"/>
                  <a:pt x="14288" y="147340"/>
                  <a:pt x="6697" y="179040"/>
                </a:cubicBezTo>
                <a:cubicBezTo>
                  <a:pt x="-2054" y="215384"/>
                  <a:pt x="-2411" y="238065"/>
                  <a:pt x="6697" y="276017"/>
                </a:cubicBezTo>
                <a:cubicBezTo>
                  <a:pt x="13484" y="304234"/>
                  <a:pt x="29647" y="324416"/>
                  <a:pt x="57418" y="324416"/>
                </a:cubicBezTo>
                <a:lnTo>
                  <a:pt x="90190" y="324416"/>
                </a:lnTo>
                <a:lnTo>
                  <a:pt x="90190" y="280839"/>
                </a:lnTo>
                <a:cubicBezTo>
                  <a:pt x="90190" y="249317"/>
                  <a:pt x="117425" y="221546"/>
                  <a:pt x="149840" y="221546"/>
                </a:cubicBezTo>
                <a:close/>
                <a:moveTo>
                  <a:pt x="143947" y="57775"/>
                </a:moveTo>
                <a:cubicBezTo>
                  <a:pt x="154001" y="57775"/>
                  <a:pt x="162163" y="65938"/>
                  <a:pt x="162163" y="75992"/>
                </a:cubicBezTo>
                <a:cubicBezTo>
                  <a:pt x="162163" y="86046"/>
                  <a:pt x="154001" y="94208"/>
                  <a:pt x="143947" y="94208"/>
                </a:cubicBezTo>
                <a:cubicBezTo>
                  <a:pt x="133893" y="94208"/>
                  <a:pt x="125730" y="86046"/>
                  <a:pt x="125730" y="75992"/>
                </a:cubicBezTo>
                <a:cubicBezTo>
                  <a:pt x="125730" y="65938"/>
                  <a:pt x="133893" y="57775"/>
                  <a:pt x="143947" y="5777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1968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language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42000" y="1841500"/>
            <a:ext cx="4572000" cy="1016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6731000" y="1968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Tkinter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framework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22000" y="1841500"/>
            <a:ext cx="4572000" cy="1016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76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44381" y="28575"/>
                  <a:pt x="57150" y="41344"/>
                  <a:pt x="57150" y="57150"/>
                </a:cubicBez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71438" y="428625"/>
                </a:lnTo>
                <a:cubicBezTo>
                  <a:pt x="31968" y="428625"/>
                  <a:pt x="0" y="396657"/>
                  <a:pt x="0" y="357188"/>
                </a:cubicBezTo>
                <a:lnTo>
                  <a:pt x="0" y="57150"/>
                </a:lnTo>
                <a:cubicBezTo>
                  <a:pt x="0" y="41344"/>
                  <a:pt x="12769" y="28575"/>
                  <a:pt x="28575" y="28575"/>
                </a:cubicBezTo>
                <a:close/>
                <a:moveTo>
                  <a:pt x="214313" y="85725"/>
                </a:moveTo>
                <a:cubicBezTo>
                  <a:pt x="220295" y="85725"/>
                  <a:pt x="226010" y="88225"/>
                  <a:pt x="230118" y="92690"/>
                </a:cubicBezTo>
                <a:lnTo>
                  <a:pt x="293608" y="161895"/>
                </a:lnTo>
                <a:lnTo>
                  <a:pt x="334863" y="120551"/>
                </a:lnTo>
                <a:cubicBezTo>
                  <a:pt x="343257" y="112157"/>
                  <a:pt x="356830" y="112157"/>
                  <a:pt x="365135" y="120551"/>
                </a:cubicBezTo>
                <a:lnTo>
                  <a:pt x="422285" y="177701"/>
                </a:lnTo>
                <a:cubicBezTo>
                  <a:pt x="426303" y="181719"/>
                  <a:pt x="428536" y="187166"/>
                  <a:pt x="428536" y="192881"/>
                </a:cubicBezTo>
                <a:lnTo>
                  <a:pt x="428536" y="292894"/>
                </a:lnTo>
                <a:cubicBezTo>
                  <a:pt x="428536" y="304770"/>
                  <a:pt x="418981" y="314325"/>
                  <a:pt x="407104" y="314325"/>
                </a:cubicBezTo>
                <a:lnTo>
                  <a:pt x="135642" y="314325"/>
                </a:lnTo>
                <a:cubicBezTo>
                  <a:pt x="123765" y="314325"/>
                  <a:pt x="114211" y="304770"/>
                  <a:pt x="114211" y="292894"/>
                </a:cubicBezTo>
                <a:lnTo>
                  <a:pt x="114211" y="192881"/>
                </a:lnTo>
                <a:cubicBezTo>
                  <a:pt x="114211" y="187523"/>
                  <a:pt x="116265" y="182344"/>
                  <a:pt x="119836" y="178415"/>
                </a:cubicBezTo>
                <a:lnTo>
                  <a:pt x="198418" y="92690"/>
                </a:lnTo>
                <a:cubicBezTo>
                  <a:pt x="202436" y="88225"/>
                  <a:pt x="208240" y="85725"/>
                  <a:pt x="214223" y="8572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0" y="1968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Matplotlib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238500"/>
            <a:ext cx="4572000" cy="1016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4575" y="3492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8600" y="142875"/>
                </a:moveTo>
                <a:lnTo>
                  <a:pt x="228600" y="228600"/>
                </a:lnTo>
                <a:lnTo>
                  <a:pt x="342900" y="228600"/>
                </a:lnTo>
                <a:lnTo>
                  <a:pt x="342900" y="142875"/>
                </a:lnTo>
                <a:lnTo>
                  <a:pt x="228600" y="142875"/>
                </a:lnTo>
                <a:close/>
                <a:moveTo>
                  <a:pt x="171450" y="142875"/>
                </a:moveTo>
                <a:lnTo>
                  <a:pt x="57150" y="142875"/>
                </a:lnTo>
                <a:lnTo>
                  <a:pt x="57150" y="228600"/>
                </a:lnTo>
                <a:lnTo>
                  <a:pt x="171450" y="228600"/>
                </a:lnTo>
                <a:lnTo>
                  <a:pt x="171450" y="142875"/>
                </a:lnTo>
                <a:close/>
                <a:moveTo>
                  <a:pt x="0" y="285750"/>
                </a:move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342900" y="28575"/>
                </a:lnTo>
                <a:cubicBezTo>
                  <a:pt x="374422" y="28575"/>
                  <a:pt x="400050" y="54203"/>
                  <a:pt x="400050" y="85725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285750"/>
                </a:lnTo>
                <a:close/>
                <a:moveTo>
                  <a:pt x="342900" y="285750"/>
                </a:moveTo>
                <a:lnTo>
                  <a:pt x="228600" y="285750"/>
                </a:lnTo>
                <a:lnTo>
                  <a:pt x="228600" y="371475"/>
                </a:lnTo>
                <a:lnTo>
                  <a:pt x="342900" y="371475"/>
                </a:lnTo>
                <a:lnTo>
                  <a:pt x="342900" y="285750"/>
                </a:lnTo>
                <a:close/>
                <a:moveTo>
                  <a:pt x="171450" y="371475"/>
                </a:moveTo>
                <a:lnTo>
                  <a:pt x="171450" y="285750"/>
                </a:lnTo>
                <a:lnTo>
                  <a:pt x="57150" y="285750"/>
                </a:lnTo>
                <a:lnTo>
                  <a:pt x="57150" y="371475"/>
                </a:lnTo>
                <a:lnTo>
                  <a:pt x="171450" y="371475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1651000" y="3365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42000" y="3238500"/>
            <a:ext cx="4572000" cy="1016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53150" y="3492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85725" y="57150"/>
                </a:moveTo>
                <a:lnTo>
                  <a:pt x="257175" y="57150"/>
                </a:lnTo>
                <a:cubicBezTo>
                  <a:pt x="272981" y="57150"/>
                  <a:pt x="285750" y="69919"/>
                  <a:pt x="285750" y="85725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85725" y="142875"/>
                </a:lnTo>
                <a:cubicBezTo>
                  <a:pt x="69919" y="142875"/>
                  <a:pt x="57150" y="130106"/>
                  <a:pt x="57150" y="114300"/>
                </a:cubicBezTo>
                <a:lnTo>
                  <a:pt x="57150" y="85725"/>
                </a:lnTo>
                <a:cubicBezTo>
                  <a:pt x="57150" y="69919"/>
                  <a:pt x="69919" y="57150"/>
                  <a:pt x="85725" y="57150"/>
                </a:cubicBezTo>
                <a:close/>
                <a:moveTo>
                  <a:pt x="100013" y="207169"/>
                </a:moveTo>
                <a:cubicBezTo>
                  <a:pt x="100013" y="218997"/>
                  <a:pt x="90409" y="228600"/>
                  <a:pt x="78581" y="228600"/>
                </a:cubicBezTo>
                <a:cubicBezTo>
                  <a:pt x="66753" y="228600"/>
                  <a:pt x="57150" y="218997"/>
                  <a:pt x="57150" y="207169"/>
                </a:cubicBezTo>
                <a:cubicBezTo>
                  <a:pt x="57150" y="195341"/>
                  <a:pt x="66753" y="185738"/>
                  <a:pt x="78581" y="185738"/>
                </a:cubicBezTo>
                <a:cubicBezTo>
                  <a:pt x="90409" y="185738"/>
                  <a:pt x="100013" y="195341"/>
                  <a:pt x="100013" y="207169"/>
                </a:cubicBezTo>
                <a:close/>
                <a:moveTo>
                  <a:pt x="171450" y="228600"/>
                </a:moveTo>
                <a:cubicBezTo>
                  <a:pt x="159622" y="228600"/>
                  <a:pt x="150019" y="218997"/>
                  <a:pt x="150019" y="207169"/>
                </a:cubicBezTo>
                <a:cubicBezTo>
                  <a:pt x="150019" y="195341"/>
                  <a:pt x="159622" y="185738"/>
                  <a:pt x="171450" y="185738"/>
                </a:cubicBezTo>
                <a:cubicBezTo>
                  <a:pt x="183278" y="185738"/>
                  <a:pt x="192881" y="195341"/>
                  <a:pt x="192881" y="207169"/>
                </a:cubicBezTo>
                <a:cubicBezTo>
                  <a:pt x="192881" y="218997"/>
                  <a:pt x="183278" y="228600"/>
                  <a:pt x="171450" y="228600"/>
                </a:cubicBezTo>
                <a:close/>
                <a:moveTo>
                  <a:pt x="285750" y="207169"/>
                </a:moveTo>
                <a:cubicBezTo>
                  <a:pt x="285750" y="218997"/>
                  <a:pt x="276147" y="228600"/>
                  <a:pt x="264319" y="228600"/>
                </a:cubicBezTo>
                <a:cubicBezTo>
                  <a:pt x="252491" y="228600"/>
                  <a:pt x="242888" y="218997"/>
                  <a:pt x="242888" y="207169"/>
                </a:cubicBezTo>
                <a:cubicBezTo>
                  <a:pt x="242888" y="195341"/>
                  <a:pt x="252491" y="185738"/>
                  <a:pt x="264319" y="185738"/>
                </a:cubicBezTo>
                <a:cubicBezTo>
                  <a:pt x="276147" y="185738"/>
                  <a:pt x="285750" y="195341"/>
                  <a:pt x="285750" y="207169"/>
                </a:cubicBezTo>
                <a:close/>
                <a:moveTo>
                  <a:pt x="78581" y="314325"/>
                </a:moveTo>
                <a:cubicBezTo>
                  <a:pt x="66753" y="314325"/>
                  <a:pt x="57150" y="304722"/>
                  <a:pt x="57150" y="292894"/>
                </a:cubicBezTo>
                <a:cubicBezTo>
                  <a:pt x="57150" y="281066"/>
                  <a:pt x="66753" y="271463"/>
                  <a:pt x="78581" y="271463"/>
                </a:cubicBezTo>
                <a:cubicBezTo>
                  <a:pt x="90409" y="271463"/>
                  <a:pt x="100013" y="281066"/>
                  <a:pt x="100013" y="292894"/>
                </a:cubicBezTo>
                <a:cubicBezTo>
                  <a:pt x="100013" y="304722"/>
                  <a:pt x="90409" y="314325"/>
                  <a:pt x="78581" y="314325"/>
                </a:cubicBezTo>
                <a:close/>
                <a:moveTo>
                  <a:pt x="192881" y="292894"/>
                </a:moveTo>
                <a:cubicBezTo>
                  <a:pt x="192881" y="304722"/>
                  <a:pt x="183278" y="314325"/>
                  <a:pt x="171450" y="314325"/>
                </a:cubicBezTo>
                <a:cubicBezTo>
                  <a:pt x="159622" y="314325"/>
                  <a:pt x="150019" y="304722"/>
                  <a:pt x="150019" y="292894"/>
                </a:cubicBezTo>
                <a:cubicBezTo>
                  <a:pt x="150019" y="281066"/>
                  <a:pt x="159622" y="271463"/>
                  <a:pt x="171450" y="271463"/>
                </a:cubicBezTo>
                <a:cubicBezTo>
                  <a:pt x="183278" y="271463"/>
                  <a:pt x="192881" y="281066"/>
                  <a:pt x="192881" y="292894"/>
                </a:cubicBezTo>
                <a:close/>
                <a:moveTo>
                  <a:pt x="264319" y="314325"/>
                </a:moveTo>
                <a:cubicBezTo>
                  <a:pt x="252491" y="314325"/>
                  <a:pt x="242888" y="304722"/>
                  <a:pt x="242888" y="292894"/>
                </a:cubicBezTo>
                <a:cubicBezTo>
                  <a:pt x="242888" y="281066"/>
                  <a:pt x="252491" y="271463"/>
                  <a:pt x="264319" y="271463"/>
                </a:cubicBezTo>
                <a:cubicBezTo>
                  <a:pt x="276147" y="271463"/>
                  <a:pt x="285750" y="281066"/>
                  <a:pt x="285750" y="292894"/>
                </a:cubicBezTo>
                <a:cubicBezTo>
                  <a:pt x="285750" y="304722"/>
                  <a:pt x="276147" y="314325"/>
                  <a:pt x="264319" y="314325"/>
                </a:cubicBezTo>
                <a:close/>
                <a:moveTo>
                  <a:pt x="57150" y="378619"/>
                </a:moveTo>
                <a:cubicBezTo>
                  <a:pt x="57150" y="366742"/>
                  <a:pt x="66705" y="357188"/>
                  <a:pt x="78581" y="357188"/>
                </a:cubicBezTo>
                <a:lnTo>
                  <a:pt x="178594" y="357188"/>
                </a:lnTo>
                <a:cubicBezTo>
                  <a:pt x="190470" y="357188"/>
                  <a:pt x="200025" y="366742"/>
                  <a:pt x="200025" y="378619"/>
                </a:cubicBezTo>
                <a:cubicBezTo>
                  <a:pt x="200025" y="390495"/>
                  <a:pt x="190470" y="400050"/>
                  <a:pt x="178594" y="400050"/>
                </a:cubicBezTo>
                <a:lnTo>
                  <a:pt x="78581" y="400050"/>
                </a:lnTo>
                <a:cubicBezTo>
                  <a:pt x="66705" y="400050"/>
                  <a:pt x="57150" y="390495"/>
                  <a:pt x="57150" y="378619"/>
                </a:cubicBezTo>
                <a:close/>
                <a:moveTo>
                  <a:pt x="264319" y="357188"/>
                </a:moveTo>
                <a:cubicBezTo>
                  <a:pt x="276195" y="357188"/>
                  <a:pt x="285750" y="366742"/>
                  <a:pt x="285750" y="378619"/>
                </a:cubicBezTo>
                <a:cubicBezTo>
                  <a:pt x="285750" y="390495"/>
                  <a:pt x="276195" y="400050"/>
                  <a:pt x="264319" y="400050"/>
                </a:cubicBezTo>
                <a:cubicBezTo>
                  <a:pt x="252442" y="400050"/>
                  <a:pt x="242888" y="390495"/>
                  <a:pt x="242888" y="378619"/>
                </a:cubicBezTo>
                <a:cubicBezTo>
                  <a:pt x="242888" y="366742"/>
                  <a:pt x="252442" y="357188"/>
                  <a:pt x="264319" y="357188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6731000" y="3365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NumPy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Numerical computing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22000" y="3238500"/>
            <a:ext cx="4572000" cy="1016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47425" y="3492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0" y="3365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yFinance API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market 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4826000"/>
            <a:ext cx="14732000" cy="1270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514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5715000"/>
            <a:ext cx="330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Smart Money Concepts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 Analysis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5715000"/>
            <a:ext cx="330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OOP Design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Real-time Processing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7112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architecture with analytical engine design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8890000"/>
            <a:ext cx="16256000" cy="254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Home Screen — Clean Dashboard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533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 Analyzer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Trading Simulator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two powerful modules in one clean interface.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Multi-market support with real-time data from Yahoo Finance. Designed for both beginners and active traders.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5207000"/>
            <a:ext cx="533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One-click market analysis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Paper trading simulator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Multi-asset support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SMC-powered insights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04000" y="1524000"/>
            <a:ext cx="8890000" cy="6731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pic>
        <p:nvPicPr>
          <p:cNvPr id="8" name="Image 0" descr="https://kimi-img.moonshot.cn/pub/slides/okc/2mi5zv5hzzhne/mnt/agents/output/stockvision/images/home_screen.jpg">    </p:cNvPr>
          <p:cNvPicPr>
            <a:picLocks noChangeAspect="1"/>
          </p:cNvPicPr>
          <p:nvPr/>
        </p:nvPicPr>
        <p:blipFill>
          <a:blip r:embed="rId1"/>
          <a:srcRect l="-74" r="-74" t="0" b="0"/>
          <a:stretch/>
        </p:blipFill>
        <p:spPr>
          <a:xfrm>
            <a:off x="6731000" y="1651000"/>
            <a:ext cx="8636000" cy="6477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8890000"/>
            <a:ext cx="16256000" cy="254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ANALYZER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9398000" cy="6731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pic>
        <p:nvPicPr>
          <p:cNvPr id="5" name="Image 0" descr="https://kimi-img.moonshot.cn/pub/slides/okc/2mi5zv5hzzhne/mnt/agents/output/stockvision/images/analyzer_dashboard.jpg">    </p:cNvPr>
          <p:cNvPicPr>
            <a:picLocks noChangeAspect="1"/>
          </p:cNvPicPr>
          <p:nvPr/>
        </p:nvPicPr>
        <p:blipFill>
          <a:blip r:embed="rId1"/>
          <a:srcRect l="0" r="0" t="-19959" b="-19959"/>
          <a:stretch/>
        </p:blipFill>
        <p:spPr>
          <a:xfrm>
            <a:off x="889000" y="1714500"/>
            <a:ext cx="9144000" cy="647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0" y="2032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Candlestick + SMC Overlays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668000" y="26670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Full-featured charting with SMA overlays, supply/demand zones, FVG markers, and liquidity levels — all in a single unified view.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668000" y="49530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SMA 20 / 50 overlays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Supply &amp; Demand zones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FVG / BAG markers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Volume analysis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68000" y="73660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"Everything a trader needs"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8890000"/>
            <a:ext cx="16256000" cy="254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MONEY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SMC panel output — IOP, FVG, liquidity, zones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7239000" cy="4699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228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SUPPLY &amp; DEMAND ZONES</a:t>
            </a:r>
            <a:endParaRPr lang="en-US" sz="1600" dirty="0"/>
          </a:p>
        </p:txBody>
      </p:sp>
      <p:pic>
        <p:nvPicPr>
          <p:cNvPr id="7" name="Image 0" descr="https://kimi-img.moonshot.cn/pub/slides/okc/2mi5zv5hzzhne/mnt/agents/output/stockvision/images/supply_demand.jpg">    </p:cNvPr>
          <p:cNvPicPr>
            <a:picLocks noChangeAspect="1"/>
          </p:cNvPicPr>
          <p:nvPr/>
        </p:nvPicPr>
        <p:blipFill>
          <a:blip r:embed="rId1"/>
          <a:srcRect l="-32563" r="-32563" t="0" b="0"/>
          <a:stretch/>
        </p:blipFill>
        <p:spPr>
          <a:xfrm>
            <a:off x="889000" y="2603500"/>
            <a:ext cx="6985000" cy="4127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55000" y="2159000"/>
            <a:ext cx="7239000" cy="4699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45500" y="228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LIQUIDITY ANALYSIS</a:t>
            </a:r>
            <a:endParaRPr lang="en-US" sz="1600" dirty="0"/>
          </a:p>
        </p:txBody>
      </p:sp>
      <p:pic>
        <p:nvPicPr>
          <p:cNvPr id="10" name="Image 1" descr="https://kimi-img.moonshot.cn/pub/slides/okc/2mi5zv5hzzhne/mnt/agents/output/stockvision/images/liquidity.jpg">    </p:cNvPr>
          <p:cNvPicPr>
            <a:picLocks noChangeAspect="1"/>
          </p:cNvPicPr>
          <p:nvPr/>
        </p:nvPicPr>
        <p:blipFill>
          <a:blip r:embed="rId2"/>
          <a:srcRect l="-31048" r="-31048" t="0" b="0"/>
          <a:stretch/>
        </p:blipFill>
        <p:spPr>
          <a:xfrm>
            <a:off x="8382000" y="2603500"/>
            <a:ext cx="6985000" cy="41275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2000" y="7239000"/>
            <a:ext cx="14732000" cy="1270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62000" y="7493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i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"System thinks like institutions"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0" y="8890000"/>
            <a:ext cx="16256000" cy="254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 DECISION LOGIC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778000"/>
            <a:ext cx="147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i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"The best trade is sometimes no trade"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23000" y="2603500"/>
            <a:ext cx="3810000" cy="254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3302000" y="2857500"/>
            <a:ext cx="9652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SMC signals are mixed, StockVision recommends 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waiting for confirmation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avoiding low-probability trades.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778000" y="4064000"/>
            <a:ext cx="5969000" cy="3937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8500" y="4191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SMC TRADE IDEA</a:t>
            </a:r>
            <a:endParaRPr lang="en-US" sz="1600" dirty="0"/>
          </a:p>
        </p:txBody>
      </p:sp>
      <p:pic>
        <p:nvPicPr>
          <p:cNvPr id="9" name="Image 0" descr="https://kimi-img.moonshot.cn/pub/slides/okc/2mi5zv5hzzhne/mnt/agents/output/stockvision/images/trade_idea.jpg">    </p:cNvPr>
          <p:cNvPicPr>
            <a:picLocks noChangeAspect="1"/>
          </p:cNvPicPr>
          <p:nvPr/>
        </p:nvPicPr>
        <p:blipFill>
          <a:blip r:embed="rId1"/>
          <a:srcRect l="-4226" r="-4226" t="0" b="0"/>
          <a:stretch/>
        </p:blipFill>
        <p:spPr>
          <a:xfrm>
            <a:off x="1905000" y="4508500"/>
            <a:ext cx="5715000" cy="33655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09000" y="4064000"/>
            <a:ext cx="5969000" cy="3937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99500" y="4191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SMC SIGNAL SUMMARY</a:t>
            </a:r>
            <a:endParaRPr lang="en-US" sz="1600" dirty="0"/>
          </a:p>
        </p:txBody>
      </p:sp>
      <p:pic>
        <p:nvPicPr>
          <p:cNvPr id="12" name="Image 1" descr="https://kimi-img.moonshot.cn/pub/slides/okc/2mi5zv5hzzhne/mnt/agents/output/stockvision/images/smc_summary.jpg">    </p:cNvPr>
          <p:cNvPicPr>
            <a:picLocks noChangeAspect="1"/>
          </p:cNvPicPr>
          <p:nvPr/>
        </p:nvPicPr>
        <p:blipFill>
          <a:blip r:embed="rId2"/>
          <a:srcRect l="-30760" r="-30760" t="0" b="0"/>
          <a:stretch/>
        </p:blipFill>
        <p:spPr>
          <a:xfrm>
            <a:off x="8636000" y="4508500"/>
            <a:ext cx="5715000" cy="3365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0" y="8890000"/>
            <a:ext cx="16256000" cy="254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77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IMPACT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7239000" cy="1143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800" y="2476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2349500"/>
            <a:ext cx="6159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Decision-Making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trading with institutional logic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55000" y="2222500"/>
            <a:ext cx="7239000" cy="1143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3600" y="2476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00" y="155416"/>
                </a:moveTo>
                <a:lnTo>
                  <a:pt x="204152" y="223758"/>
                </a:lnTo>
                <a:cubicBezTo>
                  <a:pt x="211931" y="226933"/>
                  <a:pt x="220186" y="228600"/>
                  <a:pt x="228600" y="228600"/>
                </a:cubicBezTo>
                <a:cubicBezTo>
                  <a:pt x="237014" y="228600"/>
                  <a:pt x="245269" y="226933"/>
                  <a:pt x="253048" y="223758"/>
                </a:cubicBezTo>
                <a:lnTo>
                  <a:pt x="445453" y="144542"/>
                </a:lnTo>
                <a:cubicBezTo>
                  <a:pt x="452596" y="141605"/>
                  <a:pt x="457200" y="134699"/>
                  <a:pt x="457200" y="127000"/>
                </a:cubicBezTo>
                <a:cubicBezTo>
                  <a:pt x="457200" y="119301"/>
                  <a:pt x="452596" y="112395"/>
                  <a:pt x="445453" y="109458"/>
                </a:cubicBezTo>
                <a:lnTo>
                  <a:pt x="253048" y="30242"/>
                </a:lnTo>
                <a:cubicBezTo>
                  <a:pt x="245269" y="27067"/>
                  <a:pt x="237014" y="25400"/>
                  <a:pt x="228600" y="25400"/>
                </a:cubicBezTo>
                <a:cubicBezTo>
                  <a:pt x="220186" y="25400"/>
                  <a:pt x="211931" y="27067"/>
                  <a:pt x="204152" y="30242"/>
                </a:cubicBezTo>
                <a:lnTo>
                  <a:pt x="11748" y="109458"/>
                </a:lnTo>
                <a:cubicBezTo>
                  <a:pt x="4604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8493" y="381000"/>
                  <a:pt x="19050" y="381000"/>
                </a:cubicBezTo>
                <a:cubicBezTo>
                  <a:pt x="29607" y="381000"/>
                  <a:pt x="38100" y="372507"/>
                  <a:pt x="38100" y="361950"/>
                </a:cubicBezTo>
                <a:lnTo>
                  <a:pt x="38100" y="155416"/>
                </a:lnTo>
                <a:close/>
                <a:moveTo>
                  <a:pt x="76200" y="212328"/>
                </a:moveTo>
                <a:lnTo>
                  <a:pt x="76200" y="304800"/>
                </a:lnTo>
                <a:cubicBezTo>
                  <a:pt x="76200" y="346869"/>
                  <a:pt x="144463" y="381000"/>
                  <a:pt x="228600" y="381000"/>
                </a:cubicBezTo>
                <a:cubicBezTo>
                  <a:pt x="312738" y="381000"/>
                  <a:pt x="381000" y="346869"/>
                  <a:pt x="381000" y="304800"/>
                </a:cubicBezTo>
                <a:lnTo>
                  <a:pt x="381000" y="212249"/>
                </a:lnTo>
                <a:lnTo>
                  <a:pt x="267573" y="259001"/>
                </a:lnTo>
                <a:cubicBezTo>
                  <a:pt x="255191" y="264081"/>
                  <a:pt x="242014" y="266700"/>
                  <a:pt x="228600" y="266700"/>
                </a:cubicBezTo>
                <a:cubicBezTo>
                  <a:pt x="215186" y="266700"/>
                  <a:pt x="202009" y="264081"/>
                  <a:pt x="189627" y="259001"/>
                </a:cubicBezTo>
                <a:lnTo>
                  <a:pt x="76200" y="21224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9080500" y="2349500"/>
            <a:ext cx="6159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Beginner-Friendly Learning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SMC education through interactive analysis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810000"/>
            <a:ext cx="14732000" cy="1270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 AHEAD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572000"/>
            <a:ext cx="4699000" cy="1524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5200" y="4826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5" name="Text 13"/>
          <p:cNvSpPr/>
          <p:nvPr/>
        </p:nvSpPr>
        <p:spPr>
          <a:xfrm>
            <a:off x="1587500" y="4762500"/>
            <a:ext cx="3619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Trade Suggestions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learning-powered setup recommendations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0" y="4572000"/>
            <a:ext cx="4699000" cy="1524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4826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50800"/>
                </a:moveTo>
                <a:cubicBezTo>
                  <a:pt x="312738" y="50800"/>
                  <a:pt x="381000" y="119063"/>
                  <a:pt x="381000" y="203200"/>
                </a:cubicBezTo>
                <a:cubicBezTo>
                  <a:pt x="381000" y="287338"/>
                  <a:pt x="312738" y="355600"/>
                  <a:pt x="228600" y="355600"/>
                </a:cubicBezTo>
                <a:cubicBezTo>
                  <a:pt x="176848" y="355600"/>
                  <a:pt x="131048" y="329803"/>
                  <a:pt x="103505" y="290274"/>
                </a:cubicBezTo>
                <a:cubicBezTo>
                  <a:pt x="95488" y="278765"/>
                  <a:pt x="79613" y="275987"/>
                  <a:pt x="68104" y="284004"/>
                </a:cubicBezTo>
                <a:cubicBezTo>
                  <a:pt x="56594" y="292021"/>
                  <a:pt x="53816" y="307896"/>
                  <a:pt x="61833" y="319405"/>
                </a:cubicBezTo>
                <a:cubicBezTo>
                  <a:pt x="98504" y="371951"/>
                  <a:pt x="159544" y="406400"/>
                  <a:pt x="228600" y="406400"/>
                </a:cubicBezTo>
                <a:cubicBezTo>
                  <a:pt x="340836" y="406400"/>
                  <a:pt x="431800" y="315436"/>
                  <a:pt x="431800" y="203200"/>
                </a:cubicBezTo>
                <a:cubicBezTo>
                  <a:pt x="431800" y="90964"/>
                  <a:pt x="340836" y="0"/>
                  <a:pt x="228600" y="0"/>
                </a:cubicBezTo>
                <a:cubicBezTo>
                  <a:pt x="160576" y="0"/>
                  <a:pt x="100409" y="33417"/>
                  <a:pt x="63500" y="84693"/>
                </a:cubicBezTo>
                <a:lnTo>
                  <a:pt x="63500" y="63500"/>
                </a:lnTo>
                <a:cubicBezTo>
                  <a:pt x="63500" y="49451"/>
                  <a:pt x="52149" y="38100"/>
                  <a:pt x="38100" y="38100"/>
                </a:cubicBezTo>
                <a:cubicBezTo>
                  <a:pt x="24051" y="38100"/>
                  <a:pt x="12700" y="49451"/>
                  <a:pt x="12700" y="63500"/>
                </a:cubicBezTo>
                <a:lnTo>
                  <a:pt x="12700" y="152400"/>
                </a:lnTo>
                <a:cubicBezTo>
                  <a:pt x="12700" y="166449"/>
                  <a:pt x="24051" y="177800"/>
                  <a:pt x="38100" y="177800"/>
                </a:cubicBezTo>
                <a:lnTo>
                  <a:pt x="57626" y="177800"/>
                </a:lnTo>
                <a:cubicBezTo>
                  <a:pt x="58023" y="177800"/>
                  <a:pt x="58420" y="177800"/>
                  <a:pt x="58817" y="177800"/>
                </a:cubicBezTo>
                <a:lnTo>
                  <a:pt x="127079" y="177800"/>
                </a:lnTo>
                <a:cubicBezTo>
                  <a:pt x="141129" y="177800"/>
                  <a:pt x="152479" y="166449"/>
                  <a:pt x="152479" y="152400"/>
                </a:cubicBezTo>
                <a:cubicBezTo>
                  <a:pt x="152479" y="138351"/>
                  <a:pt x="141129" y="127000"/>
                  <a:pt x="127079" y="127000"/>
                </a:cubicBezTo>
                <a:lnTo>
                  <a:pt x="96679" y="127000"/>
                </a:lnTo>
                <a:cubicBezTo>
                  <a:pt x="122952" y="81439"/>
                  <a:pt x="172244" y="50800"/>
                  <a:pt x="228600" y="50800"/>
                </a:cubicBezTo>
                <a:close/>
                <a:moveTo>
                  <a:pt x="247650" y="120650"/>
                </a:moveTo>
                <a:cubicBezTo>
                  <a:pt x="247650" y="110093"/>
                  <a:pt x="239157" y="101600"/>
                  <a:pt x="228600" y="101600"/>
                </a:cubicBezTo>
                <a:cubicBezTo>
                  <a:pt x="218043" y="101600"/>
                  <a:pt x="209550" y="110093"/>
                  <a:pt x="209550" y="120650"/>
                </a:cubicBezTo>
                <a:lnTo>
                  <a:pt x="209550" y="203200"/>
                </a:lnTo>
                <a:cubicBezTo>
                  <a:pt x="209550" y="208280"/>
                  <a:pt x="211534" y="213122"/>
                  <a:pt x="215106" y="216694"/>
                </a:cubicBezTo>
                <a:lnTo>
                  <a:pt x="272256" y="273844"/>
                </a:lnTo>
                <a:cubicBezTo>
                  <a:pt x="279717" y="281305"/>
                  <a:pt x="291783" y="281305"/>
                  <a:pt x="299164" y="273844"/>
                </a:cubicBezTo>
                <a:cubicBezTo>
                  <a:pt x="306546" y="266383"/>
                  <a:pt x="306626" y="254317"/>
                  <a:pt x="299164" y="246936"/>
                </a:cubicBezTo>
                <a:lnTo>
                  <a:pt x="247571" y="195342"/>
                </a:lnTo>
                <a:lnTo>
                  <a:pt x="247571" y="12065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8" name="Text 16"/>
          <p:cNvSpPr/>
          <p:nvPr/>
        </p:nvSpPr>
        <p:spPr>
          <a:xfrm>
            <a:off x="6540500" y="4762500"/>
            <a:ext cx="3619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Backtesting Engine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strategies on historical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4572000"/>
            <a:ext cx="4826000" cy="1524000"/>
          </a:xfrm>
          <a:prstGeom prst="rect">
            <a:avLst/>
          </a:prstGeom>
          <a:solidFill>
            <a:srgbClr val="13131F"/>
          </a:solidFill>
          <a:ln w="1270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0" y="4826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2700" y="50800"/>
                </a:moveTo>
                <a:cubicBezTo>
                  <a:pt x="12700" y="22781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22781"/>
                  <a:pt x="292100" y="50800"/>
                </a:cubicBezTo>
                <a:lnTo>
                  <a:pt x="292100" y="355600"/>
                </a:lnTo>
                <a:cubicBezTo>
                  <a:pt x="292100" y="383619"/>
                  <a:pt x="269319" y="406400"/>
                  <a:pt x="241300" y="406400"/>
                </a:cubicBezTo>
                <a:lnTo>
                  <a:pt x="63500" y="406400"/>
                </a:lnTo>
                <a:cubicBezTo>
                  <a:pt x="35481" y="406400"/>
                  <a:pt x="12700" y="383619"/>
                  <a:pt x="12700" y="355600"/>
                </a:cubicBezTo>
                <a:lnTo>
                  <a:pt x="12700" y="50800"/>
                </a:lnTo>
                <a:close/>
                <a:moveTo>
                  <a:pt x="101600" y="349250"/>
                </a:moveTo>
                <a:cubicBezTo>
                  <a:pt x="101600" y="359807"/>
                  <a:pt x="110093" y="368300"/>
                  <a:pt x="120650" y="368300"/>
                </a:cubicBezTo>
                <a:lnTo>
                  <a:pt x="184150" y="368300"/>
                </a:lnTo>
                <a:cubicBezTo>
                  <a:pt x="194707" y="368300"/>
                  <a:pt x="203200" y="359807"/>
                  <a:pt x="203200" y="349250"/>
                </a:cubicBezTo>
                <a:cubicBezTo>
                  <a:pt x="203200" y="338693"/>
                  <a:pt x="194707" y="330200"/>
                  <a:pt x="184150" y="330200"/>
                </a:cubicBezTo>
                <a:lnTo>
                  <a:pt x="120650" y="330200"/>
                </a:lnTo>
                <a:cubicBezTo>
                  <a:pt x="110093" y="330200"/>
                  <a:pt x="101600" y="338693"/>
                  <a:pt x="101600" y="349250"/>
                </a:cubicBezTo>
                <a:close/>
                <a:moveTo>
                  <a:pt x="241300" y="50800"/>
                </a:moveTo>
                <a:lnTo>
                  <a:pt x="63500" y="50800"/>
                </a:lnTo>
                <a:lnTo>
                  <a:pt x="63500" y="292100"/>
                </a:lnTo>
                <a:lnTo>
                  <a:pt x="241300" y="292100"/>
                </a:lnTo>
                <a:lnTo>
                  <a:pt x="241300" y="5080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21" name="Text 19"/>
          <p:cNvSpPr/>
          <p:nvPr/>
        </p:nvSpPr>
        <p:spPr>
          <a:xfrm>
            <a:off x="11493500" y="4762500"/>
            <a:ext cx="3746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&amp; Mobile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Cross-platform trading companion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18000" y="6731000"/>
            <a:ext cx="7620000" cy="127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5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762000" y="7112000"/>
            <a:ext cx="147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"The future of trading is interpretation, not prediction."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128000"/>
            <a:ext cx="147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Pythoneers • Don Bosco Institute of Technology, Mumbai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8890000"/>
            <a:ext cx="16256000" cy="254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StockVision - Smart Money Trading Analyzer</dc:title>
  <dc:subject>StockVision - Smart Money Trading Analyzer</dc:subject>
  <dc:creator>Kimi</dc:creator>
  <cp:lastModifiedBy>Kimi</cp:lastModifiedBy>
  <cp:revision>1</cp:revision>
  <dcterms:created xsi:type="dcterms:W3CDTF">2026-05-03T20:00:17Z</dcterms:created>
  <dcterms:modified xsi:type="dcterms:W3CDTF">2026-05-03T20:00:17Z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{"Label":"StockVision - Smart Money Trading Analyzer","ContentProducer":"001191110108MACG2KBH8F10000","ProduceID":"19def07a-7712-8033-8000-0000a12260c3","ReservedCode1":"","ContentPropagator":"001191110108MACG2KBH8F20000","PropagateID":"19def07a-7712-8033-8000-0000a12260c3","ReservedCode2":""}</vt:lpwstr>
  </property>
</Properties>
</file>